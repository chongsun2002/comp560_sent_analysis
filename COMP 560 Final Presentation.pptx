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aleway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.fntdata"/><Relationship Id="rId10" Type="http://schemas.openxmlformats.org/officeDocument/2006/relationships/font" Target="fonts/Raleway-regular.fntdata"/><Relationship Id="rId13" Type="http://schemas.openxmlformats.org/officeDocument/2006/relationships/font" Target="fonts/Raleway-boldItalic.fntdata"/><Relationship Id="rId12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6b46a292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6b46a292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This project focuses on sentiment analysis of movie reviews, specifically classifying each review as positive or negative.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The motivation is that understanding audience sentiment is valuable for filmmakers and studios, since it helps identify trends and viewer preferences.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Our goal was to compare traditional machine learning approaches against a modern deep learning method, DistillBERT.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We implemented three ML models—Random Forest, Naïve Bayes, and Logistic Regression—as well as a fine-tuned DistillBERT transformer.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The idea was to evaluate all models fairly under the same dataset and preprocessing pipeline.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6b46a292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6b46a292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As far as data preprocessing, for ML, we applied heavy preprocessing—cleaning, lowercasing, stopword removal, and lemmatization—to get the text into a standardized form.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For the transformer model, BERT already handles structure and punctuation, so we only applied minimal cleaning and used the DistillBERT tokenizer.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And then there was a class imbalance which we corrected using random oversampling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For feature extraction: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For ML models, we used both CountVectorizer and TF-IDF to convert text to numerical features.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For deep learning, DistillBERT generates contextual embeddings. We then fine-tuned the model with a small classification head using AdamW.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6b46a292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6b46a292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For binary classification, Logistic Regression reached about 90% accuracy, which aligns with common ML baselines for this task.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DistillBERT outperformed all ML models, reaching 93% accuracy, showing the strength of contextual embeddings.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One of the main observations was that TF-IDF is consistently stronger than simple Bag-of-Words, because it focuses on meaningful words rather than frequent but uninformative ones.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The transformer model performs best overall because it captures context and semantics that ML models can’t.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Finally, using oversampling helped reduce bias from class imbalance and improved model fairness across both approaches.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 title="Screenshot 2025-11-20 at 1.00.4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8750" y="94650"/>
            <a:ext cx="9221499" cy="49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Arial"/>
              <a:buNone/>
            </a:pPr>
            <a:r>
              <a:rPr lang="en"/>
              <a:t>Sentiment Analysis of Movie Reviews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729450" y="1974125"/>
            <a:ext cx="7688700" cy="28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/>
              <a:t>Aim: Classify reviews as positive or negative to extract audience insight.</a:t>
            </a:r>
            <a:br>
              <a:rPr lang="en" sz="5200"/>
            </a:br>
            <a:endParaRPr sz="52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/>
              <a:t>Why it matters: Helps filmmakers understand viewer preferences and trends.</a:t>
            </a:r>
            <a:br>
              <a:rPr lang="en" sz="5200"/>
            </a:br>
            <a:endParaRPr sz="52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/>
              <a:t>Research Objective:</a:t>
            </a:r>
            <a:br>
              <a:rPr lang="en" sz="5200"/>
            </a:br>
            <a:endParaRPr sz="5200"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200"/>
              <a:t>Compare traditional ML models with a modern transformer-based Deep Learning model.</a:t>
            </a:r>
            <a:br>
              <a:rPr lang="en" sz="5200"/>
            </a:br>
            <a:endParaRPr sz="5200"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200"/>
              <a:t>Evaluate performance under identical preprocessing and training conditions.</a:t>
            </a:r>
            <a:br>
              <a:rPr lang="en" sz="5200"/>
            </a:br>
            <a:endParaRPr sz="52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/>
              <a:t>Approaches Studied:</a:t>
            </a:r>
            <a:br>
              <a:rPr lang="en" sz="5200"/>
            </a:br>
            <a:endParaRPr sz="5200"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5200"/>
              <a:t>ML: Random Forest, Multinomial Naïve Bayes, Logistic Regression</a:t>
            </a:r>
            <a:br>
              <a:rPr lang="en" sz="5200"/>
            </a:br>
            <a:endParaRPr sz="5200"/>
          </a:p>
          <a:p>
            <a:pPr indent="-246062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Char char="○"/>
            </a:pPr>
            <a:r>
              <a:rPr lang="en" sz="5200"/>
              <a:t>DL: Fine-tuned DistillBERT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729450" y="1853850"/>
            <a:ext cx="7688700" cy="3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Preprocessing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/>
              <a:t>ML: Cleaning, lowercasing, tokenization, stopword removal, lemmatization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/>
              <a:t>DL: Minimal cleaning; DistillBERT tokenizer handles structure/context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/>
              <a:t>Class imbalance corrected via random oversampling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Feature Extraction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/>
              <a:t>ML: CountVectorizer + TF-IDF (1–3 grams)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/>
              <a:t>DL: DistillBERT contextual embeddings (768-dim)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Models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/>
              <a:t>ML: Train classifiers on vectorized text features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/>
              <a:t>DL: Fine-tune DistillBERT encoder + classification head using AdamW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729450" y="1963650"/>
            <a:ext cx="7688700" cy="28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200"/>
              <a:t>Binary Classification Performance</a:t>
            </a:r>
            <a:endParaRPr sz="5200"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/>
              <a:t>Logistic Regression (TF-IDF): 90.6% accuracy</a:t>
            </a:r>
            <a:br>
              <a:rPr lang="en" sz="5200"/>
            </a:br>
            <a:endParaRPr sz="52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/>
              <a:t>DistillBERT (fine-tuned): 93.0% accuracy (best overall)</a:t>
            </a:r>
            <a:br>
              <a:rPr lang="en" sz="5200"/>
            </a:br>
            <a:endParaRPr sz="5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200"/>
              <a:t>Key Insights</a:t>
            </a:r>
            <a:endParaRPr sz="5200"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/>
              <a:t>TF-IDF outperforms simple Bag-of-Words for ML models</a:t>
            </a:r>
            <a:br>
              <a:rPr lang="en" sz="5200"/>
            </a:br>
            <a:endParaRPr sz="52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/>
              <a:t>DistillBERT captures semantic meaning → stronger generalization</a:t>
            </a:r>
            <a:br>
              <a:rPr lang="en" sz="5200"/>
            </a:br>
            <a:endParaRPr sz="52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/>
              <a:t>DL offers better performance with moderate computational cost</a:t>
            </a:r>
            <a:br>
              <a:rPr lang="en" sz="5200"/>
            </a:br>
            <a:endParaRPr sz="52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Char char="●"/>
            </a:pPr>
            <a:r>
              <a:rPr lang="en" sz="5200"/>
              <a:t>Oversampling improves fairness and reduces model bias</a:t>
            </a:r>
            <a:br>
              <a:rPr lang="en" sz="4400">
                <a:solidFill>
                  <a:schemeClr val="dk1"/>
                </a:solidFill>
              </a:rPr>
            </a:br>
            <a:endParaRPr sz="4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